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09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194240-618A-41E5-B5C8-214AFF814259}" type="doc">
      <dgm:prSet loTypeId="urn:microsoft.com/office/officeart/2005/8/layout/hProcess7" loCatId="list" qsTypeId="urn:microsoft.com/office/officeart/2005/8/quickstyle/3d4" qsCatId="3D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2B009D3E-FB48-42B7-AF12-B68C9228C526}">
      <dgm:prSet phldrT="[Text]" phldr="0"/>
      <dgm:spPr>
        <a:solidFill>
          <a:srgbClr val="E50914"/>
        </a:solidFill>
      </dgm:spPr>
      <dgm:t>
        <a:bodyPr/>
        <a:lstStyle/>
        <a:p>
          <a:r>
            <a:rPr lang="en-US" dirty="0"/>
            <a:t>1.</a:t>
          </a:r>
          <a:endParaRPr lang="en-IN" dirty="0"/>
        </a:p>
      </dgm:t>
    </dgm:pt>
    <dgm:pt modelId="{9E3C5013-6E1A-4DCF-82CA-B69A2E08D9F8}" type="parTrans" cxnId="{255A33ED-2BDF-433C-9535-DE8EB12683A5}">
      <dgm:prSet/>
      <dgm:spPr/>
      <dgm:t>
        <a:bodyPr/>
        <a:lstStyle/>
        <a:p>
          <a:endParaRPr lang="en-IN"/>
        </a:p>
      </dgm:t>
    </dgm:pt>
    <dgm:pt modelId="{DAC619F1-1503-493F-870B-3002E3509494}" type="sibTrans" cxnId="{255A33ED-2BDF-433C-9535-DE8EB12683A5}">
      <dgm:prSet/>
      <dgm:spPr/>
      <dgm:t>
        <a:bodyPr/>
        <a:lstStyle/>
        <a:p>
          <a:endParaRPr lang="en-IN"/>
        </a:p>
      </dgm:t>
    </dgm:pt>
    <dgm:pt modelId="{931F23FC-AC7F-4D26-B108-3CCBF476CBED}">
      <dgm:prSet phldrT="[Text]" custT="1"/>
      <dgm:spPr/>
      <dgm:t>
        <a:bodyPr/>
        <a:lstStyle/>
        <a:p>
          <a:pPr>
            <a:buNone/>
          </a:pPr>
          <a:endParaRPr lang="en-IN" sz="1100" dirty="0"/>
        </a:p>
      </dgm:t>
    </dgm:pt>
    <dgm:pt modelId="{D450F9DF-ED25-40C3-A9B1-1C0CEEF23C32}" type="parTrans" cxnId="{F766D457-30EF-4FE8-822A-D5DC0B4E5326}">
      <dgm:prSet/>
      <dgm:spPr/>
      <dgm:t>
        <a:bodyPr/>
        <a:lstStyle/>
        <a:p>
          <a:endParaRPr lang="en-IN"/>
        </a:p>
      </dgm:t>
    </dgm:pt>
    <dgm:pt modelId="{75602538-AC3B-4625-93E1-FCBF2E4472FC}" type="sibTrans" cxnId="{F766D457-30EF-4FE8-822A-D5DC0B4E5326}">
      <dgm:prSet/>
      <dgm:spPr/>
      <dgm:t>
        <a:bodyPr/>
        <a:lstStyle/>
        <a:p>
          <a:endParaRPr lang="en-IN"/>
        </a:p>
      </dgm:t>
    </dgm:pt>
    <dgm:pt modelId="{9729A50D-298C-4BBD-96BF-F070FB8233DB}">
      <dgm:prSet phldrT="[Text]" phldr="0"/>
      <dgm:spPr>
        <a:solidFill>
          <a:srgbClr val="E50914"/>
        </a:solidFill>
      </dgm:spPr>
      <dgm:t>
        <a:bodyPr/>
        <a:lstStyle/>
        <a:p>
          <a:r>
            <a:rPr lang="en-US" dirty="0"/>
            <a:t>3.</a:t>
          </a:r>
          <a:endParaRPr lang="en-IN" dirty="0"/>
        </a:p>
      </dgm:t>
    </dgm:pt>
    <dgm:pt modelId="{3D5D571C-8C58-414A-B752-4216A8FDBFD7}" type="parTrans" cxnId="{21C6EAEA-AFC7-489C-BFD4-D2FA506FA31C}">
      <dgm:prSet/>
      <dgm:spPr/>
      <dgm:t>
        <a:bodyPr/>
        <a:lstStyle/>
        <a:p>
          <a:endParaRPr lang="en-IN"/>
        </a:p>
      </dgm:t>
    </dgm:pt>
    <dgm:pt modelId="{78DB8BD9-125C-403E-ABD0-6CAC56FD251B}" type="sibTrans" cxnId="{21C6EAEA-AFC7-489C-BFD4-D2FA506FA31C}">
      <dgm:prSet/>
      <dgm:spPr/>
      <dgm:t>
        <a:bodyPr/>
        <a:lstStyle/>
        <a:p>
          <a:endParaRPr lang="en-IN"/>
        </a:p>
      </dgm:t>
    </dgm:pt>
    <dgm:pt modelId="{D3471B39-37C7-44D9-9533-9FF58E8F2453}">
      <dgm:prSet phldrT="[Text]" phldr="0" custT="1"/>
      <dgm:spPr/>
      <dgm:t>
        <a:bodyPr/>
        <a:lstStyle/>
        <a:p>
          <a:r>
            <a:rPr lang="en-US" sz="1100" dirty="0"/>
            <a:t>.</a:t>
          </a:r>
          <a:endParaRPr lang="en-IN" sz="1100" dirty="0"/>
        </a:p>
      </dgm:t>
    </dgm:pt>
    <dgm:pt modelId="{3348EB5B-079C-417B-8EE1-A10A588A7C11}" type="parTrans" cxnId="{B7DDF5EE-2ECB-4A15-BC74-2FEDCB249851}">
      <dgm:prSet/>
      <dgm:spPr/>
      <dgm:t>
        <a:bodyPr/>
        <a:lstStyle/>
        <a:p>
          <a:endParaRPr lang="en-IN"/>
        </a:p>
      </dgm:t>
    </dgm:pt>
    <dgm:pt modelId="{D908F09B-4212-4917-A396-5E896A199BEC}" type="sibTrans" cxnId="{B7DDF5EE-2ECB-4A15-BC74-2FEDCB249851}">
      <dgm:prSet/>
      <dgm:spPr/>
      <dgm:t>
        <a:bodyPr/>
        <a:lstStyle/>
        <a:p>
          <a:endParaRPr lang="en-IN"/>
        </a:p>
      </dgm:t>
    </dgm:pt>
    <dgm:pt modelId="{1BD56EB2-01EF-4DCA-B074-52AFAA49007E}">
      <dgm:prSet phldrT="[Text]" phldr="0"/>
      <dgm:spPr/>
      <dgm:t>
        <a:bodyPr/>
        <a:lstStyle/>
        <a:p>
          <a:r>
            <a:rPr lang="en-US" dirty="0"/>
            <a:t>2.</a:t>
          </a:r>
          <a:endParaRPr lang="en-IN" dirty="0"/>
        </a:p>
      </dgm:t>
    </dgm:pt>
    <dgm:pt modelId="{E982B61E-B125-40CB-8E29-95A31FAF125D}" type="sibTrans" cxnId="{EB79E230-F3D8-475D-BE49-26C62EFC7C83}">
      <dgm:prSet/>
      <dgm:spPr/>
      <dgm:t>
        <a:bodyPr/>
        <a:lstStyle/>
        <a:p>
          <a:endParaRPr lang="en-IN"/>
        </a:p>
      </dgm:t>
    </dgm:pt>
    <dgm:pt modelId="{25386253-5481-4B33-8A75-971FDA9ADEBA}" type="parTrans" cxnId="{EB79E230-F3D8-475D-BE49-26C62EFC7C83}">
      <dgm:prSet/>
      <dgm:spPr/>
      <dgm:t>
        <a:bodyPr/>
        <a:lstStyle/>
        <a:p>
          <a:endParaRPr lang="en-IN"/>
        </a:p>
      </dgm:t>
    </dgm:pt>
    <dgm:pt modelId="{7D482BE5-8873-43C8-94DA-9F8747969EDB}">
      <dgm:prSet phldrT="[Text]" phldr="0" custT="1"/>
      <dgm:spPr/>
      <dgm:t>
        <a:bodyPr/>
        <a:lstStyle/>
        <a:p>
          <a:endParaRPr lang="en-IN" sz="1100" dirty="0"/>
        </a:p>
      </dgm:t>
    </dgm:pt>
    <dgm:pt modelId="{68C564F9-6F07-4760-B877-4C2FAD7A01CD}" type="sibTrans" cxnId="{B6DDC073-F46B-4DE5-ACBE-B37B88336B52}">
      <dgm:prSet/>
      <dgm:spPr/>
      <dgm:t>
        <a:bodyPr/>
        <a:lstStyle/>
        <a:p>
          <a:endParaRPr lang="en-IN"/>
        </a:p>
      </dgm:t>
    </dgm:pt>
    <dgm:pt modelId="{7370AA48-A155-48F4-A221-C56B393C092E}" type="parTrans" cxnId="{B6DDC073-F46B-4DE5-ACBE-B37B88336B52}">
      <dgm:prSet/>
      <dgm:spPr/>
      <dgm:t>
        <a:bodyPr/>
        <a:lstStyle/>
        <a:p>
          <a:endParaRPr lang="en-IN"/>
        </a:p>
      </dgm:t>
    </dgm:pt>
    <dgm:pt modelId="{7346573E-A124-49AD-B089-9D1D6F68ABBD}" type="pres">
      <dgm:prSet presAssocID="{97194240-618A-41E5-B5C8-214AFF814259}" presName="Name0" presStyleCnt="0">
        <dgm:presLayoutVars>
          <dgm:dir/>
          <dgm:animLvl val="lvl"/>
          <dgm:resizeHandles val="exact"/>
        </dgm:presLayoutVars>
      </dgm:prSet>
      <dgm:spPr/>
    </dgm:pt>
    <dgm:pt modelId="{4A427462-96DB-42DB-A102-0E4AC367929D}" type="pres">
      <dgm:prSet presAssocID="{2B009D3E-FB48-42B7-AF12-B68C9228C526}" presName="compositeNode" presStyleCnt="0">
        <dgm:presLayoutVars>
          <dgm:bulletEnabled val="1"/>
        </dgm:presLayoutVars>
      </dgm:prSet>
      <dgm:spPr/>
    </dgm:pt>
    <dgm:pt modelId="{164D57C9-514B-4F6D-8D4C-9A12C2471054}" type="pres">
      <dgm:prSet presAssocID="{2B009D3E-FB48-42B7-AF12-B68C9228C526}" presName="bgRect" presStyleLbl="node1" presStyleIdx="0" presStyleCnt="3" custLinFactNeighborX="-1257" custLinFactNeighborY="0"/>
      <dgm:spPr/>
    </dgm:pt>
    <dgm:pt modelId="{A226C6A8-6ACC-44A3-A49A-47FACE1C99BE}" type="pres">
      <dgm:prSet presAssocID="{2B009D3E-FB48-42B7-AF12-B68C9228C526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C2B0E870-AC37-48C3-9E44-3CFE9530F847}" type="pres">
      <dgm:prSet presAssocID="{2B009D3E-FB48-42B7-AF12-B68C9228C526}" presName="childNode" presStyleLbl="node1" presStyleIdx="0" presStyleCnt="3">
        <dgm:presLayoutVars>
          <dgm:bulletEnabled val="1"/>
        </dgm:presLayoutVars>
      </dgm:prSet>
      <dgm:spPr/>
    </dgm:pt>
    <dgm:pt modelId="{39EF4DFB-B64D-4325-964A-97DF9736E157}" type="pres">
      <dgm:prSet presAssocID="{DAC619F1-1503-493F-870B-3002E3509494}" presName="hSp" presStyleCnt="0"/>
      <dgm:spPr/>
    </dgm:pt>
    <dgm:pt modelId="{D171AF4D-1000-4534-B4B0-497280225FF3}" type="pres">
      <dgm:prSet presAssocID="{DAC619F1-1503-493F-870B-3002E3509494}" presName="vProcSp" presStyleCnt="0"/>
      <dgm:spPr/>
    </dgm:pt>
    <dgm:pt modelId="{73254296-682F-4286-BCD0-C478C08D57C1}" type="pres">
      <dgm:prSet presAssocID="{DAC619F1-1503-493F-870B-3002E3509494}" presName="vSp1" presStyleCnt="0"/>
      <dgm:spPr/>
    </dgm:pt>
    <dgm:pt modelId="{AF2B6470-D3D6-416B-9BE1-B6063787385D}" type="pres">
      <dgm:prSet presAssocID="{DAC619F1-1503-493F-870B-3002E3509494}" presName="simulatedConn" presStyleLbl="solidFgAcc1" presStyleIdx="0" presStyleCnt="2"/>
      <dgm:spPr/>
    </dgm:pt>
    <dgm:pt modelId="{5E215B43-5C97-4D8E-834F-E95ABE864834}" type="pres">
      <dgm:prSet presAssocID="{DAC619F1-1503-493F-870B-3002E3509494}" presName="vSp2" presStyleCnt="0"/>
      <dgm:spPr/>
    </dgm:pt>
    <dgm:pt modelId="{00EAA1BE-7267-4012-A6AC-D7748DAA096F}" type="pres">
      <dgm:prSet presAssocID="{DAC619F1-1503-493F-870B-3002E3509494}" presName="sibTrans" presStyleCnt="0"/>
      <dgm:spPr/>
    </dgm:pt>
    <dgm:pt modelId="{BCFC0494-A7A1-42C6-8B70-CEC4906CD4E3}" type="pres">
      <dgm:prSet presAssocID="{1BD56EB2-01EF-4DCA-B074-52AFAA49007E}" presName="compositeNode" presStyleCnt="0">
        <dgm:presLayoutVars>
          <dgm:bulletEnabled val="1"/>
        </dgm:presLayoutVars>
      </dgm:prSet>
      <dgm:spPr/>
    </dgm:pt>
    <dgm:pt modelId="{A4AE5FE2-1E3A-47C5-B09C-3BD521C5F65C}" type="pres">
      <dgm:prSet presAssocID="{1BD56EB2-01EF-4DCA-B074-52AFAA49007E}" presName="bgRect" presStyleLbl="node1" presStyleIdx="1" presStyleCnt="3"/>
      <dgm:spPr/>
    </dgm:pt>
    <dgm:pt modelId="{C6B3183F-EAE5-4CA0-8496-3F7A95F52A9A}" type="pres">
      <dgm:prSet presAssocID="{1BD56EB2-01EF-4DCA-B074-52AFAA49007E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3B1F1A82-064E-4843-8F9A-012B21FF47EF}" type="pres">
      <dgm:prSet presAssocID="{1BD56EB2-01EF-4DCA-B074-52AFAA49007E}" presName="childNode" presStyleLbl="node1" presStyleIdx="1" presStyleCnt="3">
        <dgm:presLayoutVars>
          <dgm:bulletEnabled val="1"/>
        </dgm:presLayoutVars>
      </dgm:prSet>
      <dgm:spPr/>
    </dgm:pt>
    <dgm:pt modelId="{B486F38F-D3C4-442F-8F7F-02C5C77B20B1}" type="pres">
      <dgm:prSet presAssocID="{E982B61E-B125-40CB-8E29-95A31FAF125D}" presName="hSp" presStyleCnt="0"/>
      <dgm:spPr/>
    </dgm:pt>
    <dgm:pt modelId="{18759FA4-E9F5-41E4-8FDB-937A75DC6A00}" type="pres">
      <dgm:prSet presAssocID="{E982B61E-B125-40CB-8E29-95A31FAF125D}" presName="vProcSp" presStyleCnt="0"/>
      <dgm:spPr/>
    </dgm:pt>
    <dgm:pt modelId="{9DE6A6B6-A794-4F84-9DFE-355D71AA7ACB}" type="pres">
      <dgm:prSet presAssocID="{E982B61E-B125-40CB-8E29-95A31FAF125D}" presName="vSp1" presStyleCnt="0"/>
      <dgm:spPr/>
    </dgm:pt>
    <dgm:pt modelId="{78ADBB9B-F62D-42C6-9AA4-E3DD651E5158}" type="pres">
      <dgm:prSet presAssocID="{E982B61E-B125-40CB-8E29-95A31FAF125D}" presName="simulatedConn" presStyleLbl="solidFgAcc1" presStyleIdx="1" presStyleCnt="2"/>
      <dgm:spPr/>
    </dgm:pt>
    <dgm:pt modelId="{CFD2C71E-8757-4C2A-9005-0E134E1C46D1}" type="pres">
      <dgm:prSet presAssocID="{E982B61E-B125-40CB-8E29-95A31FAF125D}" presName="vSp2" presStyleCnt="0"/>
      <dgm:spPr/>
    </dgm:pt>
    <dgm:pt modelId="{C617BB2D-1B47-4A61-8D63-6057935B0597}" type="pres">
      <dgm:prSet presAssocID="{E982B61E-B125-40CB-8E29-95A31FAF125D}" presName="sibTrans" presStyleCnt="0"/>
      <dgm:spPr/>
    </dgm:pt>
    <dgm:pt modelId="{9436C694-A547-4192-BF90-25C0971F8785}" type="pres">
      <dgm:prSet presAssocID="{9729A50D-298C-4BBD-96BF-F070FB8233DB}" presName="compositeNode" presStyleCnt="0">
        <dgm:presLayoutVars>
          <dgm:bulletEnabled val="1"/>
        </dgm:presLayoutVars>
      </dgm:prSet>
      <dgm:spPr/>
    </dgm:pt>
    <dgm:pt modelId="{C430180C-4906-4CF5-8023-895009D6F92E}" type="pres">
      <dgm:prSet presAssocID="{9729A50D-298C-4BBD-96BF-F070FB8233DB}" presName="bgRect" presStyleLbl="node1" presStyleIdx="2" presStyleCnt="3"/>
      <dgm:spPr/>
    </dgm:pt>
    <dgm:pt modelId="{1A4DDBF3-6FB3-48F7-BE02-9C8FCFE32B69}" type="pres">
      <dgm:prSet presAssocID="{9729A50D-298C-4BBD-96BF-F070FB8233DB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1F995334-CB53-460A-84DB-FE08155E5ABB}" type="pres">
      <dgm:prSet presAssocID="{9729A50D-298C-4BBD-96BF-F070FB8233DB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95B2150B-5DA9-4B01-A547-82656E6F1404}" type="presOf" srcId="{2B009D3E-FB48-42B7-AF12-B68C9228C526}" destId="{A226C6A8-6ACC-44A3-A49A-47FACE1C99BE}" srcOrd="1" destOrd="0" presId="urn:microsoft.com/office/officeart/2005/8/layout/hProcess7"/>
    <dgm:cxn modelId="{48736E29-51FB-4A7C-A7D9-D18C8E6AC681}" type="presOf" srcId="{97194240-618A-41E5-B5C8-214AFF814259}" destId="{7346573E-A124-49AD-B089-9D1D6F68ABBD}" srcOrd="0" destOrd="0" presId="urn:microsoft.com/office/officeart/2005/8/layout/hProcess7"/>
    <dgm:cxn modelId="{EB79E230-F3D8-475D-BE49-26C62EFC7C83}" srcId="{97194240-618A-41E5-B5C8-214AFF814259}" destId="{1BD56EB2-01EF-4DCA-B074-52AFAA49007E}" srcOrd="1" destOrd="0" parTransId="{25386253-5481-4B33-8A75-971FDA9ADEBA}" sibTransId="{E982B61E-B125-40CB-8E29-95A31FAF125D}"/>
    <dgm:cxn modelId="{A999C440-8305-4F21-B24D-2D5581735A52}" type="presOf" srcId="{9729A50D-298C-4BBD-96BF-F070FB8233DB}" destId="{1A4DDBF3-6FB3-48F7-BE02-9C8FCFE32B69}" srcOrd="1" destOrd="0" presId="urn:microsoft.com/office/officeart/2005/8/layout/hProcess7"/>
    <dgm:cxn modelId="{B635B371-21B8-42A8-82F5-5FEF0C02894F}" type="presOf" srcId="{931F23FC-AC7F-4D26-B108-3CCBF476CBED}" destId="{C2B0E870-AC37-48C3-9E44-3CFE9530F847}" srcOrd="0" destOrd="0" presId="urn:microsoft.com/office/officeart/2005/8/layout/hProcess7"/>
    <dgm:cxn modelId="{B6DDC073-F46B-4DE5-ACBE-B37B88336B52}" srcId="{1BD56EB2-01EF-4DCA-B074-52AFAA49007E}" destId="{7D482BE5-8873-43C8-94DA-9F8747969EDB}" srcOrd="0" destOrd="0" parTransId="{7370AA48-A155-48F4-A221-C56B393C092E}" sibTransId="{68C564F9-6F07-4760-B877-4C2FAD7A01CD}"/>
    <dgm:cxn modelId="{F766D457-30EF-4FE8-822A-D5DC0B4E5326}" srcId="{2B009D3E-FB48-42B7-AF12-B68C9228C526}" destId="{931F23FC-AC7F-4D26-B108-3CCBF476CBED}" srcOrd="0" destOrd="0" parTransId="{D450F9DF-ED25-40C3-A9B1-1C0CEEF23C32}" sibTransId="{75602538-AC3B-4625-93E1-FCBF2E4472FC}"/>
    <dgm:cxn modelId="{5983108C-9B36-45D2-B177-0161442C36A5}" type="presOf" srcId="{1BD56EB2-01EF-4DCA-B074-52AFAA49007E}" destId="{C6B3183F-EAE5-4CA0-8496-3F7A95F52A9A}" srcOrd="1" destOrd="0" presId="urn:microsoft.com/office/officeart/2005/8/layout/hProcess7"/>
    <dgm:cxn modelId="{5DE2D78D-959D-4CD8-9DB8-1524E1555D01}" type="presOf" srcId="{2B009D3E-FB48-42B7-AF12-B68C9228C526}" destId="{164D57C9-514B-4F6D-8D4C-9A12C2471054}" srcOrd="0" destOrd="0" presId="urn:microsoft.com/office/officeart/2005/8/layout/hProcess7"/>
    <dgm:cxn modelId="{3C941C98-80B9-4DBF-A607-572C1EFAE1E4}" type="presOf" srcId="{9729A50D-298C-4BBD-96BF-F070FB8233DB}" destId="{C430180C-4906-4CF5-8023-895009D6F92E}" srcOrd="0" destOrd="0" presId="urn:microsoft.com/office/officeart/2005/8/layout/hProcess7"/>
    <dgm:cxn modelId="{529889B3-B7A3-46C8-B0A6-BCE9F1586866}" type="presOf" srcId="{D3471B39-37C7-44D9-9533-9FF58E8F2453}" destId="{1F995334-CB53-460A-84DB-FE08155E5ABB}" srcOrd="0" destOrd="0" presId="urn:microsoft.com/office/officeart/2005/8/layout/hProcess7"/>
    <dgm:cxn modelId="{21C6EAEA-AFC7-489C-BFD4-D2FA506FA31C}" srcId="{97194240-618A-41E5-B5C8-214AFF814259}" destId="{9729A50D-298C-4BBD-96BF-F070FB8233DB}" srcOrd="2" destOrd="0" parTransId="{3D5D571C-8C58-414A-B752-4216A8FDBFD7}" sibTransId="{78DB8BD9-125C-403E-ABD0-6CAC56FD251B}"/>
    <dgm:cxn modelId="{2D3682EB-B61D-4F8F-96DF-C1265A284768}" type="presOf" srcId="{1BD56EB2-01EF-4DCA-B074-52AFAA49007E}" destId="{A4AE5FE2-1E3A-47C5-B09C-3BD521C5F65C}" srcOrd="0" destOrd="0" presId="urn:microsoft.com/office/officeart/2005/8/layout/hProcess7"/>
    <dgm:cxn modelId="{255A33ED-2BDF-433C-9535-DE8EB12683A5}" srcId="{97194240-618A-41E5-B5C8-214AFF814259}" destId="{2B009D3E-FB48-42B7-AF12-B68C9228C526}" srcOrd="0" destOrd="0" parTransId="{9E3C5013-6E1A-4DCF-82CA-B69A2E08D9F8}" sibTransId="{DAC619F1-1503-493F-870B-3002E3509494}"/>
    <dgm:cxn modelId="{B7DDF5EE-2ECB-4A15-BC74-2FEDCB249851}" srcId="{9729A50D-298C-4BBD-96BF-F070FB8233DB}" destId="{D3471B39-37C7-44D9-9533-9FF58E8F2453}" srcOrd="0" destOrd="0" parTransId="{3348EB5B-079C-417B-8EE1-A10A588A7C11}" sibTransId="{D908F09B-4212-4917-A396-5E896A199BEC}"/>
    <dgm:cxn modelId="{8B1DCFFC-F6B4-4B01-BC1D-7D090E5E3E94}" type="presOf" srcId="{7D482BE5-8873-43C8-94DA-9F8747969EDB}" destId="{3B1F1A82-064E-4843-8F9A-012B21FF47EF}" srcOrd="0" destOrd="0" presId="urn:microsoft.com/office/officeart/2005/8/layout/hProcess7"/>
    <dgm:cxn modelId="{A2F328CC-6408-47E5-BAD6-7142852C10C9}" type="presParOf" srcId="{7346573E-A124-49AD-B089-9D1D6F68ABBD}" destId="{4A427462-96DB-42DB-A102-0E4AC367929D}" srcOrd="0" destOrd="0" presId="urn:microsoft.com/office/officeart/2005/8/layout/hProcess7"/>
    <dgm:cxn modelId="{FEFB59CA-909A-45F5-BFC8-9C7281FE6B01}" type="presParOf" srcId="{4A427462-96DB-42DB-A102-0E4AC367929D}" destId="{164D57C9-514B-4F6D-8D4C-9A12C2471054}" srcOrd="0" destOrd="0" presId="urn:microsoft.com/office/officeart/2005/8/layout/hProcess7"/>
    <dgm:cxn modelId="{AB533454-BE78-4304-815B-E08CEEA16457}" type="presParOf" srcId="{4A427462-96DB-42DB-A102-0E4AC367929D}" destId="{A226C6A8-6ACC-44A3-A49A-47FACE1C99BE}" srcOrd="1" destOrd="0" presId="urn:microsoft.com/office/officeart/2005/8/layout/hProcess7"/>
    <dgm:cxn modelId="{A234350A-FD70-437A-B05D-6B599DC7BF1A}" type="presParOf" srcId="{4A427462-96DB-42DB-A102-0E4AC367929D}" destId="{C2B0E870-AC37-48C3-9E44-3CFE9530F847}" srcOrd="2" destOrd="0" presId="urn:microsoft.com/office/officeart/2005/8/layout/hProcess7"/>
    <dgm:cxn modelId="{A848FA48-639B-4320-A71A-7664F9FE4FD8}" type="presParOf" srcId="{7346573E-A124-49AD-B089-9D1D6F68ABBD}" destId="{39EF4DFB-B64D-4325-964A-97DF9736E157}" srcOrd="1" destOrd="0" presId="urn:microsoft.com/office/officeart/2005/8/layout/hProcess7"/>
    <dgm:cxn modelId="{F8899B3F-A022-447F-A74F-9E2A6D207F09}" type="presParOf" srcId="{7346573E-A124-49AD-B089-9D1D6F68ABBD}" destId="{D171AF4D-1000-4534-B4B0-497280225FF3}" srcOrd="2" destOrd="0" presId="urn:microsoft.com/office/officeart/2005/8/layout/hProcess7"/>
    <dgm:cxn modelId="{849AAA14-3588-4427-A2BF-F592B0B58896}" type="presParOf" srcId="{D171AF4D-1000-4534-B4B0-497280225FF3}" destId="{73254296-682F-4286-BCD0-C478C08D57C1}" srcOrd="0" destOrd="0" presId="urn:microsoft.com/office/officeart/2005/8/layout/hProcess7"/>
    <dgm:cxn modelId="{5FBAD2A5-FD3A-42AF-BD8C-6883B6A01141}" type="presParOf" srcId="{D171AF4D-1000-4534-B4B0-497280225FF3}" destId="{AF2B6470-D3D6-416B-9BE1-B6063787385D}" srcOrd="1" destOrd="0" presId="urn:microsoft.com/office/officeart/2005/8/layout/hProcess7"/>
    <dgm:cxn modelId="{7769AE1A-E897-4376-8D3F-6B405C185317}" type="presParOf" srcId="{D171AF4D-1000-4534-B4B0-497280225FF3}" destId="{5E215B43-5C97-4D8E-834F-E95ABE864834}" srcOrd="2" destOrd="0" presId="urn:microsoft.com/office/officeart/2005/8/layout/hProcess7"/>
    <dgm:cxn modelId="{4C5986CD-7E64-48F6-A832-EDF32099FB18}" type="presParOf" srcId="{7346573E-A124-49AD-B089-9D1D6F68ABBD}" destId="{00EAA1BE-7267-4012-A6AC-D7748DAA096F}" srcOrd="3" destOrd="0" presId="urn:microsoft.com/office/officeart/2005/8/layout/hProcess7"/>
    <dgm:cxn modelId="{CD1DAB03-165B-4348-A38A-FFE10486D5C9}" type="presParOf" srcId="{7346573E-A124-49AD-B089-9D1D6F68ABBD}" destId="{BCFC0494-A7A1-42C6-8B70-CEC4906CD4E3}" srcOrd="4" destOrd="0" presId="urn:microsoft.com/office/officeart/2005/8/layout/hProcess7"/>
    <dgm:cxn modelId="{BA10E735-D185-4E18-A16F-273F25093DA2}" type="presParOf" srcId="{BCFC0494-A7A1-42C6-8B70-CEC4906CD4E3}" destId="{A4AE5FE2-1E3A-47C5-B09C-3BD521C5F65C}" srcOrd="0" destOrd="0" presId="urn:microsoft.com/office/officeart/2005/8/layout/hProcess7"/>
    <dgm:cxn modelId="{1487AC5D-DDAE-4178-8220-B58B1F0975A8}" type="presParOf" srcId="{BCFC0494-A7A1-42C6-8B70-CEC4906CD4E3}" destId="{C6B3183F-EAE5-4CA0-8496-3F7A95F52A9A}" srcOrd="1" destOrd="0" presId="urn:microsoft.com/office/officeart/2005/8/layout/hProcess7"/>
    <dgm:cxn modelId="{F3072661-112E-42A0-A839-1CE2F57149AA}" type="presParOf" srcId="{BCFC0494-A7A1-42C6-8B70-CEC4906CD4E3}" destId="{3B1F1A82-064E-4843-8F9A-012B21FF47EF}" srcOrd="2" destOrd="0" presId="urn:microsoft.com/office/officeart/2005/8/layout/hProcess7"/>
    <dgm:cxn modelId="{B1830A55-28AC-4673-A861-D4673E1856D7}" type="presParOf" srcId="{7346573E-A124-49AD-B089-9D1D6F68ABBD}" destId="{B486F38F-D3C4-442F-8F7F-02C5C77B20B1}" srcOrd="5" destOrd="0" presId="urn:microsoft.com/office/officeart/2005/8/layout/hProcess7"/>
    <dgm:cxn modelId="{3DBC2413-C278-4E21-9A7A-59EA19CAF4D3}" type="presParOf" srcId="{7346573E-A124-49AD-B089-9D1D6F68ABBD}" destId="{18759FA4-E9F5-41E4-8FDB-937A75DC6A00}" srcOrd="6" destOrd="0" presId="urn:microsoft.com/office/officeart/2005/8/layout/hProcess7"/>
    <dgm:cxn modelId="{5E52B59E-D9CA-475B-9DB3-25CC6A0C9CDE}" type="presParOf" srcId="{18759FA4-E9F5-41E4-8FDB-937A75DC6A00}" destId="{9DE6A6B6-A794-4F84-9DFE-355D71AA7ACB}" srcOrd="0" destOrd="0" presId="urn:microsoft.com/office/officeart/2005/8/layout/hProcess7"/>
    <dgm:cxn modelId="{A840F3FD-9BAB-43F6-B95A-9186EF24B4AA}" type="presParOf" srcId="{18759FA4-E9F5-41E4-8FDB-937A75DC6A00}" destId="{78ADBB9B-F62D-42C6-9AA4-E3DD651E5158}" srcOrd="1" destOrd="0" presId="urn:microsoft.com/office/officeart/2005/8/layout/hProcess7"/>
    <dgm:cxn modelId="{B49B9CF2-9D0D-4E1A-B2A3-CC8E5BA8698F}" type="presParOf" srcId="{18759FA4-E9F5-41E4-8FDB-937A75DC6A00}" destId="{CFD2C71E-8757-4C2A-9005-0E134E1C46D1}" srcOrd="2" destOrd="0" presId="urn:microsoft.com/office/officeart/2005/8/layout/hProcess7"/>
    <dgm:cxn modelId="{4D5F633E-3560-45E2-A7A3-4EC9023D3813}" type="presParOf" srcId="{7346573E-A124-49AD-B089-9D1D6F68ABBD}" destId="{C617BB2D-1B47-4A61-8D63-6057935B0597}" srcOrd="7" destOrd="0" presId="urn:microsoft.com/office/officeart/2005/8/layout/hProcess7"/>
    <dgm:cxn modelId="{62EE2F05-087C-45B4-B387-AEEE028A6EDE}" type="presParOf" srcId="{7346573E-A124-49AD-B089-9D1D6F68ABBD}" destId="{9436C694-A547-4192-BF90-25C0971F8785}" srcOrd="8" destOrd="0" presId="urn:microsoft.com/office/officeart/2005/8/layout/hProcess7"/>
    <dgm:cxn modelId="{5D87799C-0E65-4E2B-A4C5-091EEA9E8499}" type="presParOf" srcId="{9436C694-A547-4192-BF90-25C0971F8785}" destId="{C430180C-4906-4CF5-8023-895009D6F92E}" srcOrd="0" destOrd="0" presId="urn:microsoft.com/office/officeart/2005/8/layout/hProcess7"/>
    <dgm:cxn modelId="{C6196943-EEB9-46B7-968A-7D52AD13468C}" type="presParOf" srcId="{9436C694-A547-4192-BF90-25C0971F8785}" destId="{1A4DDBF3-6FB3-48F7-BE02-9C8FCFE32B69}" srcOrd="1" destOrd="0" presId="urn:microsoft.com/office/officeart/2005/8/layout/hProcess7"/>
    <dgm:cxn modelId="{355AF6E9-5C3E-4F0C-9F72-6A5FC45F6917}" type="presParOf" srcId="{9436C694-A547-4192-BF90-25C0971F8785}" destId="{1F995334-CB53-460A-84DB-FE08155E5ABB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4D57C9-514B-4F6D-8D4C-9A12C2471054}">
      <dsp:nvSpPr>
        <dsp:cNvPr id="0" name=""/>
        <dsp:cNvSpPr/>
      </dsp:nvSpPr>
      <dsp:spPr>
        <a:xfrm>
          <a:off x="0" y="1121039"/>
          <a:ext cx="2647156" cy="3176587"/>
        </a:xfrm>
        <a:prstGeom prst="roundRect">
          <a:avLst>
            <a:gd name="adj" fmla="val 5000"/>
          </a:avLst>
        </a:prstGeom>
        <a:solidFill>
          <a:srgbClr val="E50914"/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2870" rIns="133350" bIns="0" numCol="1" spcCol="1270" anchor="t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1.</a:t>
          </a:r>
          <a:endParaRPr lang="en-IN" sz="3000" kern="1200" dirty="0"/>
        </a:p>
      </dsp:txBody>
      <dsp:txXfrm rot="16200000">
        <a:off x="-1037685" y="2158725"/>
        <a:ext cx="2604801" cy="529431"/>
      </dsp:txXfrm>
    </dsp:sp>
    <dsp:sp modelId="{C2B0E870-AC37-48C3-9E44-3CFE9530F847}">
      <dsp:nvSpPr>
        <dsp:cNvPr id="0" name=""/>
        <dsp:cNvSpPr/>
      </dsp:nvSpPr>
      <dsp:spPr>
        <a:xfrm>
          <a:off x="529431" y="1121039"/>
          <a:ext cx="1972131" cy="3176587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chilly" dir="t"/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7719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 dirty="0"/>
        </a:p>
      </dsp:txBody>
      <dsp:txXfrm>
        <a:off x="529431" y="1121039"/>
        <a:ext cx="1972131" cy="3176587"/>
      </dsp:txXfrm>
    </dsp:sp>
    <dsp:sp modelId="{A4AE5FE2-1E3A-47C5-B09C-3BD521C5F65C}">
      <dsp:nvSpPr>
        <dsp:cNvPr id="0" name=""/>
        <dsp:cNvSpPr/>
      </dsp:nvSpPr>
      <dsp:spPr>
        <a:xfrm>
          <a:off x="2740421" y="1121039"/>
          <a:ext cx="2647156" cy="3176587"/>
        </a:xfrm>
        <a:prstGeom prst="roundRect">
          <a:avLst>
            <a:gd name="adj" fmla="val 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2870" rIns="133350" bIns="0" numCol="1" spcCol="1270" anchor="t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2.</a:t>
          </a:r>
          <a:endParaRPr lang="en-IN" sz="3000" kern="1200" dirty="0"/>
        </a:p>
      </dsp:txBody>
      <dsp:txXfrm rot="16200000">
        <a:off x="1702736" y="2158725"/>
        <a:ext cx="2604801" cy="529431"/>
      </dsp:txXfrm>
    </dsp:sp>
    <dsp:sp modelId="{AF2B6470-D3D6-416B-9BE1-B6063787385D}">
      <dsp:nvSpPr>
        <dsp:cNvPr id="0" name=""/>
        <dsp:cNvSpPr/>
      </dsp:nvSpPr>
      <dsp:spPr>
        <a:xfrm rot="5400000">
          <a:off x="2520299" y="3645011"/>
          <a:ext cx="466715" cy="39707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1F1A82-064E-4843-8F9A-012B21FF47EF}">
      <dsp:nvSpPr>
        <dsp:cNvPr id="0" name=""/>
        <dsp:cNvSpPr/>
      </dsp:nvSpPr>
      <dsp:spPr>
        <a:xfrm>
          <a:off x="3269853" y="1121039"/>
          <a:ext cx="1972131" cy="3176587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chilly" dir="t"/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7719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 dirty="0"/>
        </a:p>
      </dsp:txBody>
      <dsp:txXfrm>
        <a:off x="3269853" y="1121039"/>
        <a:ext cx="1972131" cy="3176587"/>
      </dsp:txXfrm>
    </dsp:sp>
    <dsp:sp modelId="{C430180C-4906-4CF5-8023-895009D6F92E}">
      <dsp:nvSpPr>
        <dsp:cNvPr id="0" name=""/>
        <dsp:cNvSpPr/>
      </dsp:nvSpPr>
      <dsp:spPr>
        <a:xfrm>
          <a:off x="5480228" y="1121039"/>
          <a:ext cx="2647156" cy="3176587"/>
        </a:xfrm>
        <a:prstGeom prst="roundRect">
          <a:avLst>
            <a:gd name="adj" fmla="val 5000"/>
          </a:avLst>
        </a:prstGeom>
        <a:solidFill>
          <a:srgbClr val="E50914"/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2870" rIns="133350" bIns="0" numCol="1" spcCol="1270" anchor="t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3.</a:t>
          </a:r>
          <a:endParaRPr lang="en-IN" sz="3000" kern="1200" dirty="0"/>
        </a:p>
      </dsp:txBody>
      <dsp:txXfrm rot="16200000">
        <a:off x="4442543" y="2158725"/>
        <a:ext cx="2604801" cy="529431"/>
      </dsp:txXfrm>
    </dsp:sp>
    <dsp:sp modelId="{78ADBB9B-F62D-42C6-9AA4-E3DD651E5158}">
      <dsp:nvSpPr>
        <dsp:cNvPr id="0" name=""/>
        <dsp:cNvSpPr/>
      </dsp:nvSpPr>
      <dsp:spPr>
        <a:xfrm rot="5400000">
          <a:off x="5260106" y="3645011"/>
          <a:ext cx="466715" cy="39707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995334-CB53-460A-84DB-FE08155E5ABB}">
      <dsp:nvSpPr>
        <dsp:cNvPr id="0" name=""/>
        <dsp:cNvSpPr/>
      </dsp:nvSpPr>
      <dsp:spPr>
        <a:xfrm>
          <a:off x="6009659" y="1121039"/>
          <a:ext cx="1972131" cy="3176587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chilly" dir="t"/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7719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.</a:t>
          </a:r>
          <a:endParaRPr lang="en-IN" sz="1100" kern="1200" dirty="0"/>
        </a:p>
      </dsp:txBody>
      <dsp:txXfrm>
        <a:off x="6009659" y="1121039"/>
        <a:ext cx="1972131" cy="31765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C01FA-7E10-54A7-62BB-D80FC2BC8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AB73A3-08E6-B22D-ED85-819ABC919E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07622-6E7B-3042-24BD-1EA70AD58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A62B-A55A-4572-8C0C-0E15E77948A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C0419-A37C-AE00-DDB6-0516883B5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B9D14-ADDA-1F3F-F023-E929C2FEC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2AF7-D950-4C9B-8B6A-5D92E8F4F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129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08107-B780-890A-A313-E79EF8BEE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FA7E1-02AC-D83C-6AF9-B968525B4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27638-0E76-5ADA-7670-CBCE8AD83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A62B-A55A-4572-8C0C-0E15E77948A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3E830-6B0D-74A1-7A28-AA666B874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BE6B5-C0E3-CDB1-1F0C-76A9DC553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2AF7-D950-4C9B-8B6A-5D92E8F4F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897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936CA-1A83-0F5F-B746-52E0B588B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E3C97-6D6F-1761-6433-A38A5C6D8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8247F-4E42-8BFC-876F-303918494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A62B-A55A-4572-8C0C-0E15E77948A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FFCBF-2553-6B5C-60C3-9F8FD2109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157A4-C1F3-D413-5E67-C4F406372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2AF7-D950-4C9B-8B6A-5D92E8F4F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149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2A894-9FFD-AE8B-16FA-AD8301AA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F977D-4E3A-8D67-3F8C-842E334541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DC55B-59A3-B831-6AF9-0DCD5E0FE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E9E9D0-7C98-22F8-1A17-8E9A8DD1B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A62B-A55A-4572-8C0C-0E15E77948A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CB8BE-E812-C1FE-FABC-A479AEDAB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AA59B-522D-EAC0-9627-2E8F990DE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2AF7-D950-4C9B-8B6A-5D92E8F4F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220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D132C-0859-0019-CA52-91014A91F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9399E-B2DD-72CC-E9F2-FA321026D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3FDFF-0E91-B5E2-E99F-0F49896AA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870B62-D82F-FD7D-B25B-3CE04376A9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76BEBC-CA09-66C4-573D-D2EDCB3E68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262275-7A3A-FCF9-28A5-5E1009734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A62B-A55A-4572-8C0C-0E15E77948A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7DA807-AAD9-E070-5F8A-12BEDFC88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44F9D2-90E1-DD59-42B4-DED6FD2E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2AF7-D950-4C9B-8B6A-5D92E8F4F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570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09A07-3CFE-213E-E0BC-AD891B4CB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33AC57-F50B-D326-D4AA-F5D5E38C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A62B-A55A-4572-8C0C-0E15E77948A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A897B-6615-6932-BBCA-43BF570D9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439BD-4B83-F848-8B35-904F00946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2AF7-D950-4C9B-8B6A-5D92E8F4F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489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875C3E-CB78-3E17-C26C-6F88BE231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A62B-A55A-4572-8C0C-0E15E77948A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A17723-559D-FB7D-9BCC-B6BBF0A87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55E11-4B8F-EAD9-785E-4243D33AB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2AF7-D950-4C9B-8B6A-5D92E8F4F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860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E8002-F332-CFCB-B54C-1F1BA1D2F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6E26A-B7D8-2AA5-02FE-1334835F3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538F64-946F-55EB-974D-54C0F35DC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CA2AB-3852-B2F7-C679-BC93DE0F1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A62B-A55A-4572-8C0C-0E15E77948A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A1B4D-6E97-BEA6-C8C2-B05A5BD72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E0E85-1EF2-0168-9BB7-060A551A7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2AF7-D950-4C9B-8B6A-5D92E8F4F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915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5C765-AD25-9DC5-98CF-6A3D1686E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94CA55-99D5-A3E7-55BF-4917B2BBFC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33696-44E6-5300-816F-0533DE5B6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849AB-39D0-80D2-8E4E-3E9D312B4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A62B-A55A-4572-8C0C-0E15E77948A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AC2EC-D592-79F9-3C97-E1ADBE973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5424E-FB11-FC69-FED9-9A7B3B222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2AF7-D950-4C9B-8B6A-5D92E8F4F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330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3B61E-A153-A46E-5EBE-79BD5DACD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741FA-7F72-4050-CCE2-ACA176CD0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D41EC-5A34-72D8-2AA3-9F7532D4B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A62B-A55A-4572-8C0C-0E15E77948A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4EC20-4571-A700-01F1-A4C58B6AE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E93C7-2991-418E-6E84-EE8E9CD23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2AF7-D950-4C9B-8B6A-5D92E8F4F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677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66A598-8818-93AB-6BC5-6F9E65DA20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BA675A-ABC8-A776-B738-4719B7218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39918-DEA5-BCFF-BD6A-191B1C4D9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A62B-A55A-4572-8C0C-0E15E77948A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18C2A-4331-DBA7-69DC-3EAD1FEA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B102D-1197-C8DD-A958-9F71704FE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2AF7-D950-4C9B-8B6A-5D92E8F4F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185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377BB2-EAD3-0084-DC79-392458CBD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FB32D-C491-DC22-0119-E0C2778B8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B42BD-D563-C838-96A3-512114866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95A62B-A55A-4572-8C0C-0E15E77948A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B1D9A-DC68-47AC-E16A-5DE5FB0C49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71A0C-9311-90B3-10AB-CBD82D9C92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862AF7-D950-4C9B-8B6A-5D92E8F4F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13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04004E-613E-6B63-A0C8-88DC60B5BB5A}"/>
              </a:ext>
            </a:extLst>
          </p:cNvPr>
          <p:cNvSpPr txBox="1"/>
          <p:nvPr/>
        </p:nvSpPr>
        <p:spPr>
          <a:xfrm>
            <a:off x="2133598" y="2293042"/>
            <a:ext cx="8349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E50914"/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A Netflix Original — Data Story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71AEE5-430A-2527-6F94-92734519FC1A}"/>
              </a:ext>
            </a:extLst>
          </p:cNvPr>
          <p:cNvSpPr txBox="1"/>
          <p:nvPr/>
        </p:nvSpPr>
        <p:spPr>
          <a:xfrm>
            <a:off x="2220687" y="3602113"/>
            <a:ext cx="1807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DISCLAIMER 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A5137D-874D-BE95-399B-B1B6C422D400}"/>
              </a:ext>
            </a:extLst>
          </p:cNvPr>
          <p:cNvSpPr txBox="1"/>
          <p:nvPr/>
        </p:nvSpPr>
        <p:spPr>
          <a:xfrm>
            <a:off x="2008415" y="4744722"/>
            <a:ext cx="81751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This presentation is based on an analysis of Netflix content data after cleaning and preparation.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Insights shown are derived solely from the dataset and are intended for strategic exploration and learning purposes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4DE8B3-C965-513E-5E01-F17C6737A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685" y="180949"/>
            <a:ext cx="7413171" cy="200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51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FA6DE1-76B6-9BDE-9551-174EC26444A1}"/>
              </a:ext>
            </a:extLst>
          </p:cNvPr>
          <p:cNvSpPr txBox="1"/>
          <p:nvPr/>
        </p:nvSpPr>
        <p:spPr>
          <a:xfrm>
            <a:off x="190499" y="2699266"/>
            <a:ext cx="118817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E50914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How Netflix’s Content Choices Translate Into Strategic Advantage</a:t>
            </a:r>
            <a:endParaRPr lang="en-IN" sz="2800" b="1" dirty="0">
              <a:solidFill>
                <a:srgbClr val="E50914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A99A6F-0960-E5E3-CEC9-63BB98495B8E}"/>
              </a:ext>
            </a:extLst>
          </p:cNvPr>
          <p:cNvSpPr txBox="1"/>
          <p:nvPr/>
        </p:nvSpPr>
        <p:spPr>
          <a:xfrm>
            <a:off x="2928258" y="3170405"/>
            <a:ext cx="63354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A data-driven content strategy story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72592-EBF9-314B-B317-DB331555E41A}"/>
              </a:ext>
            </a:extLst>
          </p:cNvPr>
          <p:cNvSpPr txBox="1"/>
          <p:nvPr/>
        </p:nvSpPr>
        <p:spPr>
          <a:xfrm>
            <a:off x="4191000" y="5791199"/>
            <a:ext cx="42563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Name:               CHINMAY DAWAR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Course:       SBM IC1I MASTERCAMP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 </a:t>
            </a:r>
            <a:r>
              <a:rPr lang="en-IN" dirty="0">
                <a:solidFill>
                  <a:schemeClr val="bg1"/>
                </a:solidFill>
              </a:rPr>
              <a:t>Tools:      </a:t>
            </a:r>
            <a:r>
              <a:rPr lang="en-IN" dirty="0">
                <a:solidFill>
                  <a:srgbClr val="E50914"/>
                </a:solidFill>
              </a:rPr>
              <a:t>Power BI | Python | Julius AI</a:t>
            </a:r>
            <a:br>
              <a:rPr lang="en-US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534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8DA643-6CF1-1FE4-2CE1-7D2402CD6B6C}"/>
              </a:ext>
            </a:extLst>
          </p:cNvPr>
          <p:cNvSpPr txBox="1"/>
          <p:nvPr/>
        </p:nvSpPr>
        <p:spPr>
          <a:xfrm>
            <a:off x="876300" y="217714"/>
            <a:ext cx="10439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50914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Why Content Strategy Matters for Netflix</a:t>
            </a:r>
            <a:endParaRPr lang="en-IN" sz="3200" dirty="0">
              <a:solidFill>
                <a:srgbClr val="E50914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E47651D-1A1F-A691-0820-8DFBFEB90A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435947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97D477B-217D-AF85-464B-DAC4C5CCA152}"/>
              </a:ext>
            </a:extLst>
          </p:cNvPr>
          <p:cNvSpPr txBox="1"/>
          <p:nvPr/>
        </p:nvSpPr>
        <p:spPr>
          <a:xfrm>
            <a:off x="2449286" y="2613391"/>
            <a:ext cx="200297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Netflix competes on </a:t>
            </a:r>
            <a:r>
              <a:rPr lang="en-IN" sz="2000" b="1" dirty="0">
                <a:solidFill>
                  <a:schemeClr val="bg1"/>
                </a:solidFill>
              </a:rPr>
              <a:t>attention, not just content volume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AF0AFF-10F8-D008-7E50-14019EF5F29B}"/>
              </a:ext>
            </a:extLst>
          </p:cNvPr>
          <p:cNvSpPr txBox="1"/>
          <p:nvPr/>
        </p:nvSpPr>
        <p:spPr>
          <a:xfrm>
            <a:off x="5199743" y="2592439"/>
            <a:ext cx="210638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Content decisions directly impact </a:t>
            </a:r>
            <a:r>
              <a:rPr lang="en-US" sz="2000" b="1" dirty="0"/>
              <a:t>retention and lifetime value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B74F69-D049-19AA-BC5D-3D7BA85B6000}"/>
              </a:ext>
            </a:extLst>
          </p:cNvPr>
          <p:cNvSpPr txBox="1"/>
          <p:nvPr/>
        </p:nvSpPr>
        <p:spPr>
          <a:xfrm>
            <a:off x="7896679" y="2583192"/>
            <a:ext cx="18941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Leadership needs clarity on </a:t>
            </a:r>
            <a:r>
              <a:rPr lang="en-US" sz="2000" b="1" dirty="0">
                <a:solidFill>
                  <a:schemeClr val="bg1"/>
                </a:solidFill>
              </a:rPr>
              <a:t>what actually drives engagement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758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3" grpId="0">
        <p:bldAsOne/>
      </p:bldGraphic>
      <p:bldP spid="4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CFB179-1DB0-250E-3425-4CBAC0BD0C4D}"/>
              </a:ext>
            </a:extLst>
          </p:cNvPr>
          <p:cNvSpPr txBox="1"/>
          <p:nvPr/>
        </p:nvSpPr>
        <p:spPr>
          <a:xfrm>
            <a:off x="2808513" y="272534"/>
            <a:ext cx="71954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E50914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How This Analysis Was Built</a:t>
            </a:r>
            <a:endParaRPr lang="en-IN" sz="3200" dirty="0">
              <a:solidFill>
                <a:srgbClr val="E50914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429C11-5156-6F63-6DBA-43FA6891D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464" y="1353458"/>
            <a:ext cx="2827021" cy="30289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641C93-E857-3F82-FB2C-8CF53B9BA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196" y="2067985"/>
            <a:ext cx="1611086" cy="1611086"/>
          </a:xfrm>
          <a:prstGeom prst="rect">
            <a:avLst/>
          </a:prstGeom>
        </p:spPr>
      </p:pic>
      <p:pic>
        <p:nvPicPr>
          <p:cNvPr id="2056" name="Picture 8" descr="Power Bi Logo, Interactive Dashboard, Analytics Tool, Business ...">
            <a:extLst>
              <a:ext uri="{FF2B5EF4-FFF2-40B4-BE49-F238E27FC236}">
                <a16:creationId xmlns:a16="http://schemas.microsoft.com/office/drawing/2014/main" id="{31C6FDC6-14C2-122D-8689-DCC4B4C48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282" y="2156110"/>
            <a:ext cx="2997154" cy="1423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A83572-1716-05F5-33CF-C9C2C33721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5147" y="2056798"/>
            <a:ext cx="1622273" cy="162227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7366279-CFF1-E040-B86A-455DE37C9A0E}"/>
              </a:ext>
            </a:extLst>
          </p:cNvPr>
          <p:cNvSpPr txBox="1"/>
          <p:nvPr/>
        </p:nvSpPr>
        <p:spPr>
          <a:xfrm>
            <a:off x="1436368" y="4286356"/>
            <a:ext cx="3403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Data cleaned &amp; explored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5B2BFB-2DD0-47C3-B1F1-B0699418AB22}"/>
              </a:ext>
            </a:extLst>
          </p:cNvPr>
          <p:cNvSpPr txBox="1"/>
          <p:nvPr/>
        </p:nvSpPr>
        <p:spPr>
          <a:xfrm>
            <a:off x="4049485" y="42778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AI-assisted analysis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D124A0-AA77-3ADA-A005-E449D0A4F575}"/>
              </a:ext>
            </a:extLst>
          </p:cNvPr>
          <p:cNvSpPr txBox="1"/>
          <p:nvPr/>
        </p:nvSpPr>
        <p:spPr>
          <a:xfrm>
            <a:off x="6351813" y="42863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Interactive dashboard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B85A8C-99F5-8D30-9859-76CF427F21FA}"/>
              </a:ext>
            </a:extLst>
          </p:cNvPr>
          <p:cNvSpPr txBox="1"/>
          <p:nvPr/>
        </p:nvSpPr>
        <p:spPr>
          <a:xfrm>
            <a:off x="8926286" y="42778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Strategic framing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6694B3-25B8-9AC3-CACD-72AB18D262EC}"/>
              </a:ext>
            </a:extLst>
          </p:cNvPr>
          <p:cNvSpPr txBox="1"/>
          <p:nvPr/>
        </p:nvSpPr>
        <p:spPr>
          <a:xfrm>
            <a:off x="2808513" y="6234177"/>
            <a:ext cx="7538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solidFill>
                  <a:schemeClr val="bg1"/>
                </a:solidFill>
              </a:rPr>
              <a:t>The goal was not static analysis, but interactive decision support.</a:t>
            </a:r>
            <a:endParaRPr lang="en-IN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69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1" grpId="0"/>
      <p:bldP spid="23" grpId="0"/>
      <p:bldP spid="25" grpId="0"/>
      <p:bldP spid="33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73111E-CFF3-5F05-FA8B-E3071A64D411}"/>
              </a:ext>
            </a:extLst>
          </p:cNvPr>
          <p:cNvSpPr txBox="1"/>
          <p:nvPr/>
        </p:nvSpPr>
        <p:spPr>
          <a:xfrm>
            <a:off x="4588328" y="207221"/>
            <a:ext cx="3015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E50914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THE ENGINE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4EBA4B-4008-55A5-B916-A2617498F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767" y="1105011"/>
            <a:ext cx="9634465" cy="38108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AA706E-2F71-AACE-0E90-1995A5ABB594}"/>
              </a:ext>
            </a:extLst>
          </p:cNvPr>
          <p:cNvSpPr txBox="1"/>
          <p:nvPr/>
        </p:nvSpPr>
        <p:spPr>
          <a:xfrm>
            <a:off x="413658" y="5290457"/>
            <a:ext cx="11527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Allows leadership to explore content scale, retention drivers, maturity, and refresh pressure dynamically.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163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8" dur="125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9" dur="6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0" dur="63" fill="hold">
                                          <p:stCondLst>
                                            <p:cond delay="63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" dur="63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2" dur="63" fill="hold">
                                          <p:stCondLst>
                                            <p:cond delay="18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0F6DFE-3E27-1193-BD04-A4CDD4138E40}"/>
              </a:ext>
            </a:extLst>
          </p:cNvPr>
          <p:cNvSpPr txBox="1"/>
          <p:nvPr/>
        </p:nvSpPr>
        <p:spPr>
          <a:xfrm>
            <a:off x="3048000" y="31058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allows leadership to explore content scale, retention drivers, maturity, and refresh pressure dynamically.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0B647B-435E-826F-80D9-18D60BB62071}"/>
              </a:ext>
            </a:extLst>
          </p:cNvPr>
          <p:cNvSpPr txBox="1"/>
          <p:nvPr/>
        </p:nvSpPr>
        <p:spPr>
          <a:xfrm>
            <a:off x="4191000" y="185448"/>
            <a:ext cx="36140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>
                <a:solidFill>
                  <a:srgbClr val="E50914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OBSERVATIONS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519436-983F-BC39-8B4E-8D7A9F3EA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94" y="1254040"/>
            <a:ext cx="10676491" cy="464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47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ACFF03-97A7-494A-C4CC-12352653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9A114B-0E2A-7CFA-E833-0848BC3B479C}"/>
              </a:ext>
            </a:extLst>
          </p:cNvPr>
          <p:cNvSpPr txBox="1"/>
          <p:nvPr/>
        </p:nvSpPr>
        <p:spPr>
          <a:xfrm>
            <a:off x="3048000" y="31058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allows leadership to explore content scale, retention drivers, maturity, and refresh pressure dynamically.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5AD5C-575E-C5F9-06B0-B0A969A60809}"/>
              </a:ext>
            </a:extLst>
          </p:cNvPr>
          <p:cNvSpPr txBox="1"/>
          <p:nvPr/>
        </p:nvSpPr>
        <p:spPr>
          <a:xfrm>
            <a:off x="4441371" y="185448"/>
            <a:ext cx="36140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>
                <a:solidFill>
                  <a:srgbClr val="E50914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OBSERVATIONS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79EB1D-1E98-0573-89E5-54BBEED21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403" y="1153894"/>
            <a:ext cx="10634626" cy="551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80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F6F555-2405-BD7A-2019-DDE47397A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36" y="1371600"/>
            <a:ext cx="10898727" cy="50183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168E37-4EEB-CCB2-EBA6-4F8636AFAAB8}"/>
              </a:ext>
            </a:extLst>
          </p:cNvPr>
          <p:cNvSpPr txBox="1"/>
          <p:nvPr/>
        </p:nvSpPr>
        <p:spPr>
          <a:xfrm>
            <a:off x="1700892" y="337457"/>
            <a:ext cx="87902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E50914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What This Means for Netflix Leadership</a:t>
            </a:r>
            <a:endParaRPr lang="en-IN" sz="2800" dirty="0">
              <a:solidFill>
                <a:srgbClr val="E50914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087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CCF7C8D-6EFE-80F4-9ACB-A735F5C5F880}"/>
              </a:ext>
            </a:extLst>
          </p:cNvPr>
          <p:cNvSpPr txBox="1"/>
          <p:nvPr/>
        </p:nvSpPr>
        <p:spPr>
          <a:xfrm>
            <a:off x="903514" y="3334435"/>
            <a:ext cx="103849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E50914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“Netflix wins not by producing more content, but by allocating content investment with precision.”</a:t>
            </a:r>
            <a:endParaRPr lang="en-IN" sz="2800" b="1" dirty="0">
              <a:solidFill>
                <a:srgbClr val="E50914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pic>
        <p:nvPicPr>
          <p:cNvPr id="3076" name="Picture 4" descr="Netflix logo PNG">
            <a:extLst>
              <a:ext uri="{FF2B5EF4-FFF2-40B4-BE49-F238E27FC236}">
                <a16:creationId xmlns:a16="http://schemas.microsoft.com/office/drawing/2014/main" id="{9F817821-9DBD-2A01-38D9-7BE426726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052" y="981794"/>
            <a:ext cx="1127893" cy="204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D15E3B6-20DA-C1A6-C825-340E337209B5}"/>
              </a:ext>
            </a:extLst>
          </p:cNvPr>
          <p:cNvSpPr txBox="1"/>
          <p:nvPr/>
        </p:nvSpPr>
        <p:spPr>
          <a:xfrm>
            <a:off x="5333071" y="6281057"/>
            <a:ext cx="172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End of story.</a:t>
            </a:r>
          </a:p>
        </p:txBody>
      </p:sp>
    </p:spTree>
    <p:extLst>
      <p:ext uri="{BB962C8B-B14F-4D97-AF65-F5344CB8AC3E}">
        <p14:creationId xmlns:p14="http://schemas.microsoft.com/office/powerpoint/2010/main" val="2283245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225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Cavolini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CHINMAY D</dc:creator>
  <cp:lastModifiedBy>CHINMAY D</cp:lastModifiedBy>
  <cp:revision>1</cp:revision>
  <dcterms:created xsi:type="dcterms:W3CDTF">2026-01-05T18:49:41Z</dcterms:created>
  <dcterms:modified xsi:type="dcterms:W3CDTF">2026-01-05T20:54:25Z</dcterms:modified>
</cp:coreProperties>
</file>